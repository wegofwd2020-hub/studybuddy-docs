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F96167">
              <a:alpha val="22000"/>
            </a:srgbClr>
          </a:solidFill>
          <a:ln w="12700">
            <a:solidFill>
              <a:srgbClr val="F96167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F9E795">
              <a:alpha val="15000"/>
            </a:srgbClr>
          </a:solidFill>
          <a:ln w="12700">
            <a:solidFill>
              <a:srgbClr val="F9E79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2011680" cy="347472"/>
          </a:xfrm>
          <a:prstGeom prst="roundRect">
            <a:avLst>
              <a:gd name="adj" fmla="val 39474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GRADES 5 –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Study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Smarter,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spc="-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Harder.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3730752"/>
            <a:ext cx="43891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58768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personal AI tutor — available 24/7, instant answers, offline-ready.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617720"/>
            <a:ext cx="1920240" cy="384048"/>
          </a:xfrm>
          <a:prstGeom prst="roundRect">
            <a:avLst>
              <a:gd name="adj" fmla="val 42857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4617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FREE TO START →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6583680" y="822960"/>
            <a:ext cx="2103120" cy="21031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986CB"/>
                </a:solidFill>
              </a:rPr>
              <a:t>studybuddy.io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 Familiar? 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32004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65176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801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🌙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29768" y="201168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2am before an exam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tutor, no help, just you and Google hoping for the best.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72968" y="1051560"/>
            <a:ext cx="2651760" cy="32004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051560"/>
            <a:ext cx="265176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72968" y="12801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😴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82696" y="201168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lessons, slow apps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10128" y="26060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wait 10 seconds for an AI answer… and it still doesn't make sense.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25896" y="1051560"/>
            <a:ext cx="2651760" cy="32004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25896" y="1051560"/>
            <a:ext cx="2651760" cy="640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25896" y="12801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💸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135624" y="2011680"/>
            <a:ext cx="2432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tutors cost $$$$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63056" y="26060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tutor is $60–$120/hr. Not exactly in your allowance budget.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There's a better way.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Study-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Buddy</a:t>
            </a:r>
            <a:endParaRPr lang="en-US" sz="4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108960"/>
            <a:ext cx="1645920" cy="1645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49040" y="41148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4904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34840" y="39319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Tutor Built for You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434840" y="79552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written exactly for your grade — clear, fast, no jargon.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749040" y="1737360"/>
            <a:ext cx="51206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49040" y="1947672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434840" y="192938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Instant. Every Time.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434840" y="23317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ready before you ask. No loading spinners. No wait.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749040" y="3273552"/>
            <a:ext cx="51206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49040" y="3483864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4904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434840" y="346557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 Even Offline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434840" y="3867912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bus, on the plane, no WiFi? Still works. Your content, downloaded.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You Need to Ace It 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606040" cy="17373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84632" y="118872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2529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070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Lessons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77393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for your exact grade &amp; subject. Ready in seconds.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54680" y="1005840"/>
            <a:ext cx="2606040" cy="17373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19272" y="1188720"/>
            <a:ext cx="502920" cy="50292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22529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2070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Quizzes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91840" y="177393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quiz sets per unit — rotated every attempt so no copying!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9320" y="1005840"/>
            <a:ext cx="2606040" cy="17373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53912" y="1188720"/>
            <a:ext cx="502920" cy="502920"/>
          </a:xfrm>
          <a:prstGeom prst="ellipse">
            <a:avLst/>
          </a:prstGeom>
          <a:solidFill>
            <a:srgbClr val="29B6F6"/>
          </a:solidFill>
          <a:ln w="12700">
            <a:solidFill>
              <a:srgbClr val="29B6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225296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12070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Lessons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26480" y="177393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while you ride the bus. English, French &amp; Spanish.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20040" y="2971800"/>
            <a:ext cx="2606040" cy="17373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4632" y="3154680"/>
            <a:ext cx="502920" cy="50292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191256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31729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Offline Mode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373989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your content. Study anywhere, no signal needed.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154680" y="2971800"/>
            <a:ext cx="2606040" cy="17373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19272" y="3154680"/>
            <a:ext cx="502920" cy="50292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191256"/>
            <a:ext cx="420624" cy="42062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31920" y="31729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Streaks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291840" y="373989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streak, see your improvements, stay motivated.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989320" y="2971800"/>
            <a:ext cx="2606040" cy="173736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153912" y="3154680"/>
            <a:ext cx="502920" cy="50292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191256"/>
            <a:ext cx="420624" cy="4206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66560" y="31729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126480" y="3739896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 English, French &amp; Spanish — more coming soon.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AAAA"/>
                </a:solidFill>
              </a:rPr>
              <a:t>vs.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StudyBuddy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274320" y="3246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SECOND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38404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pre-built and cached.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it instantly.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3657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⏳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AI Apps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164592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BDBD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5–10</a:t>
            </a:r>
            <a:endParaRPr lang="en-US" sz="100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A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SECONDS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35661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calls the AI live.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Waiting… waiting… waiting.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Covers Every STEM Subject 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023360" cy="16459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73152" cy="1645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2070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Science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· Biology · Chemistry · Earth Science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023360" cy="16459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73152" cy="1645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80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➗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760720" y="12070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60720" y="166420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 · Geometry · Calculus · Statistics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023360" cy="16459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73152" cy="1645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1272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58444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basics · Digital literacy · Problem solving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023360" cy="16459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26080"/>
            <a:ext cx="73152" cy="1645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200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760720" y="31272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358444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Experiments · Real-world projects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986CB"/>
                </a:solidFill>
              </a:rPr>
              <a:t>Grades 5 through 12 · English, French &amp; Spanish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Your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📈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0"/>
            <a:ext cx="3200400" cy="6858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0848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14 days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77440" y="21762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926080"/>
            <a:ext cx="3200400" cy="6858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9992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87 done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0" y="30906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840480"/>
            <a:ext cx="3200400" cy="68580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913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92%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77440" y="40050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502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9160" y="5029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 Streak Badges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89611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daily goals and unlock badges. Keep the fire going!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1481328"/>
            <a:ext cx="48463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9160" y="16002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 Your Progress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19933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Unit-by-unit maps show what you've nailed and what needs work.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23360" y="2578608"/>
            <a:ext cx="48463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09160" y="26974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Never Lose Your History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9160" y="30906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devices, reinstall — your progress is saved in the cloud.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23360" y="3675888"/>
            <a:ext cx="48463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3794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📬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709160" y="37947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Parents Stay Informed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09160" y="41879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keeps your parents in the loop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Free. Level Up Anytime. 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560320" cy="39319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704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724912"/>
            <a:ext cx="219456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lessons/month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227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Default curriculum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5753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Quiz access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9227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credit card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4370832"/>
            <a:ext cx="219456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43708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Try Now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841248"/>
            <a:ext cx="2560320" cy="4251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585216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5852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163A"/>
                </a:solidFill>
              </a:rPr>
              <a:t>MOST POPULAR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10058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1408176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216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3337560" y="22128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2560320"/>
            <a:ext cx="2194560" cy="0"/>
          </a:xfrm>
          <a:prstGeom prst="line">
            <a:avLst/>
          </a:prstGeom>
          <a:noFill/>
          <a:ln w="12700">
            <a:solidFill>
              <a:srgbClr val="1216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7157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lessons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063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subjects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4107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Audio lessons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37581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offline mode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410565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Progress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4526280"/>
            <a:ext cx="2194560" cy="411480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38328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Get Started 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89320" y="1005840"/>
            <a:ext cx="2560320" cy="393192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126480" y="11704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ANNUAL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26480" y="1572768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$72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6126480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year  (save 25%!)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72200" y="2724912"/>
            <a:ext cx="2194560" cy="0"/>
          </a:xfrm>
          <a:prstGeom prst="line">
            <a:avLst/>
          </a:prstGeom>
          <a:noFill/>
          <a:ln w="12700">
            <a:solidFill>
              <a:srgbClr val="546E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Student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2278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offline sync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35753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Early feature access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72200" y="39227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value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4370832"/>
            <a:ext cx="219456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72200" y="43708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Best Deal →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1371600"/>
            <a:ext cx="7315200" cy="7315200"/>
          </a:xfrm>
          <a:prstGeom prst="ellipse">
            <a:avLst/>
          </a:prstGeom>
          <a:solidFill>
            <a:srgbClr val="E85458">
              <a:alpha val="45000"/>
            </a:srgbClr>
          </a:solidFill>
          <a:ln w="12700">
            <a:solidFill>
              <a:srgbClr val="E85458">
                <a:alpha val="45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274320" y="1828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486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boost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grades? ⚡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2606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thousands of students already studying smarter with StudyBuddy.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920240" y="3337560"/>
            <a:ext cx="2377440" cy="594360"/>
          </a:xfrm>
          <a:prstGeom prst="rect">
            <a:avLst/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920240" y="3337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START FOR FREE →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3337560"/>
            <a:ext cx="2377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3337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6167"/>
                </a:solidFill>
              </a:rPr>
              <a:t>LEARN MORE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studybuddy.io  ·  Available on Android &amp; Chrome  ·  Free to start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Study smarter. Stress less. Succeed more.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StudyBuddy — Student Pitch</dc:title>
  <dc:subject>PptxGenJS Presentation</dc:subject>
  <dc:creator>StudyBuddy OnDemand</dc:creator>
  <cp:lastModifiedBy>StudyBuddy OnDemand</cp:lastModifiedBy>
  <cp:revision>1</cp:revision>
  <dcterms:created xsi:type="dcterms:W3CDTF">2026-04-02T11:15:47Z</dcterms:created>
  <dcterms:modified xsi:type="dcterms:W3CDTF">2026-04-02T11:15:47Z</dcterms:modified>
</cp:coreProperties>
</file>